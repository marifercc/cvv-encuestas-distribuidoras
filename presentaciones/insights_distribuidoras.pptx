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6454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6454F"/>
                </a:solidFill>
                <a:latin typeface="Calibri"/>
              </a:rPr>
              <a:t>Calificación de la experiencia (P2)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Distribuidoras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 usa competencia</c:v>
                </c:pt>
                <c:pt idx="1">
                  <c:v>No usa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54</c:v>
                </c:pt>
                <c:pt idx="1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645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645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6454F"/>
                </a:solidFill>
                <a:latin typeface="Calibri"/>
              </a:rPr>
              <a:t>% de respuestas por tono de sentimiento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Tono general (5 preguntas)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Positivo</c:v>
                  </c:pt>
                  <c:pt idx="1">
                    <c:v>Neutro</c:v>
                  </c:pt>
                  <c:pt idx="2">
                    <c:v>Negativo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</c:v>
                </c:pt>
                <c:pt idx="1">
                  <c:v>20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Tono específico en P1 (motivo)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Positivo</c:v>
                  </c:pt>
                  <c:pt idx="1">
                    <c:v>Neutro</c:v>
                  </c:pt>
                  <c:pt idx="2">
                    <c:v>Negativo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52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645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645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6454F"/>
                </a:solidFill>
                <a:latin typeface="Calibri"/>
              </a:rPr>
              <a:t>Distribuidoras de prioridad alta por región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 alta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SUR</c:v>
                  </c:pt>
                  <c:pt idx="1">
                    <c:v>CHIHUAHUA</c:v>
                  </c:pt>
                  <c:pt idx="2">
                    <c:v>NORESTE</c:v>
                  </c:pt>
                  <c:pt idx="3">
                    <c:v>CENTRO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7</c:v>
                </c:pt>
                <c:pt idx="2">
                  <c:v>7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voz de las distribuidoras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hallazgos que cambian cómo leemos la satisfacción declarada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respuestas efectivas  ·  377 intentos de llamada  ·  CRECE CON VALES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La satisfacción no significa actividad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 contentas, pero no están colocando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74.6%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calificó su experiencia con 4 o 5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63 respuestas válidas (P2)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291840" cy="0"/>
          </a:xfrm>
          <a:prstGeom prst="line">
            <a:avLst/>
          </a:prstGeom>
          <a:noFill/>
          <a:ln w="12700">
            <a:solidFill>
              <a:srgbClr val="E2E5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 vales porque no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clientes propios (P1)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0" y="173736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Casi nadie es exclusivo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cada 10 ya colocan con otra financiera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respuestas cerradas en P3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también con la competencia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(54 de 60 válidas)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55448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La nota no cuenta toda la historia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texto libre destapa una molestia que la calificación esconde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respuestas de P1 (¿por qué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colocas?) tiene un tono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abiertamente negativo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Antes del contenido, un problema de canal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17 de cada 100 llamadas llegan a una respuesta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9601200" cy="640080"/>
          </a:xfrm>
          <a:prstGeom prst="rect">
            <a:avLst/>
          </a:prstGeom>
          <a:solidFill>
            <a:srgbClr val="3642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de llamada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636776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4526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efectivas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efectividad de contacto — antes de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contenido, vale la pena revisar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números y guion de la llamada.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Ya sabemos por dónde empezar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mitad de la base es prioridad alta, concentrada en el Sur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64 distribuidoras (32) son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 de recontacto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3291840" cy="0"/>
          </a:xfrm>
          <a:prstGeom prst="line">
            <a:avLst/>
          </a:prstGeom>
          <a:noFill/>
          <a:ln w="12700">
            <a:solidFill>
              <a:srgbClr val="E2E5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prioridad alta (15 de 32)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concentra en la región Sur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CON ESTO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acciones concretas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94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clientes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comercial enfocado en conseguir clientela propia — la barrera #1 en P1.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94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Igualar condiciones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71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plazos, días de pago, comisiones y vales digitales frente a lo que ofrece la competencia.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663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6177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soporte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94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presencia de gestoría, cobranza y seguimiento de coordinadores — el reclamo más citado.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663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6177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Recontactar por prioridad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394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las 32 de prioridad alta, con foco en la región Sur.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Experiencia Comercial · CRECE CON VALES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distribuidoras dicen estar satisfechas,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el negocio no se está moviendo.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iniciar el recontacto priorizado con las 32 distribuidoras de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alta, empezando por la región Sur.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Encuesta de Experiencia Comercial DV · Análisis en notebooks/01_diagnostico_datos.ipynb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2026-09-22T01:09:49Z</dcterms:created>
  <dcterms:modified xsi:type="dcterms:W3CDTF">2026-09-22T01:09:49Z</dcterms:modified>
</cp:coreProperties>
</file>